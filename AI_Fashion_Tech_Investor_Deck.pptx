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4572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AF37"/>
                </a:solidFill>
                <a:latin typeface="Calibri"/>
              </a:rPr>
              <a:t>CONFIDENTIAL  |  INVESTOR BRIEF  |  AI FASHION TECH  | 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Dress for Every Moment.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4AF37"/>
                </a:solidFill>
                <a:latin typeface="Calibri"/>
              </a:rPr>
              <a:t>An AI-Powered Occasion-Based Outfit Recommender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777240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E5E5EA"/>
                </a:solidFill>
                <a:latin typeface="Calibri"/>
              </a:rPr>
              <a:t>  “What do I wear today?”  — asked by 7 out of 10 people every single morning.</a:t>
            </a:r>
          </a:p>
          <a:p>
            <a:pPr>
              <a:lnSpc>
                <a:spcPct val="130000"/>
              </a:lnSpc>
            </a:pPr>
            <a:r>
              <a:rPr sz="5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E5E5EA"/>
                </a:solidFill>
                <a:latin typeface="Calibri"/>
              </a:rPr>
              <a:t>  ✦  People own 77 garments on average but feel they have 'nothing to wear'.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E5E5EA"/>
                </a:solidFill>
                <a:latin typeface="Calibri"/>
              </a:rPr>
              <a:t>  ✦  No app today maps outfit choices to real-life occasions (job interview, date night,
     festive gathering, business travel, casual brunch, gym-to-coffee).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E5E5EA"/>
                </a:solidFill>
                <a:latin typeface="Calibri"/>
              </a:rPr>
              <a:t>  ✦  Generic fashion apps show products — they don't solve the 'situation dilemma'.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E5E5EA"/>
                </a:solidFill>
                <a:latin typeface="Calibri"/>
              </a:rPr>
              <a:t>  ✦  Personal stylists cost $150–$500/hr. That's a luxury only 1% can afford.</a:t>
            </a:r>
          </a:p>
          <a:p>
            <a:pPr>
              <a:lnSpc>
                <a:spcPct val="130000"/>
              </a:lnSpc>
            </a:pPr>
            <a:r>
              <a:rPr sz="5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5E5EA"/>
                </a:solidFill>
                <a:latin typeface="Calibri"/>
              </a:rPr>
              <a:t>  Result: Decision fatigue, under-used wardrobes, and missed social confidence.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822960"/>
            <a:ext cx="3017520" cy="13716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89611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  <a:latin typeface="Calibri"/>
              </a:rPr>
              <a:t>$60.57B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325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5EA"/>
                </a:solidFill>
                <a:latin typeface="Calibri"/>
              </a:rPr>
              <a:t>AI in Fashion Market by 2034
(Source: Precedence Research)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2331720"/>
            <a:ext cx="3017520" cy="13716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4048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FC0B4"/>
                </a:solidFill>
                <a:latin typeface="Calibri"/>
              </a:rPr>
              <a:t>39.12%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8346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5EA"/>
                </a:solidFill>
                <a:latin typeface="Calibri"/>
              </a:rPr>
              <a:t>CAGR 2025–2034
Fastest growing AI vertical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3840480"/>
            <a:ext cx="3017520" cy="13716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9136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F37"/>
                </a:solidFill>
                <a:latin typeface="Calibri"/>
              </a:rPr>
              <a:t>#1 Segment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3434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5EA"/>
                </a:solidFill>
                <a:latin typeface="Calibri"/>
              </a:rPr>
              <a:t>Product Recommendation dominates
the AI Fashion market in 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6492240"/>
            <a:ext cx="11960352" cy="36576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84A"/>
                </a:solidFill>
                <a:latin typeface="Calibri"/>
              </a:rPr>
              <a:t>Slide 1 of 4  |  AI Fashion Tech — Investor Deck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577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2C2C2E"/>
                </a:solidFill>
                <a:latin typeface="Calibri"/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4572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AF37"/>
                </a:solidFill>
                <a:latin typeface="Calibri"/>
              </a:rPr>
              <a:t>CONFIDENTIAL  |  INVESTOR BRIEF  |  AI FASHION TECH  | 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Market Size &amp; Competitive Landscape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43000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37"/>
                </a:solidFill>
                <a:latin typeface="Calibri"/>
              </a:rPr>
              <a:t>MARKET TRAJECTORY (USD Billion)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274320" cy="38404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4326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$2.23B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5623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5E5EA"/>
                </a:solidFill>
                <a:latin typeface="Calibri"/>
              </a:rPr>
              <a:t>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423160"/>
            <a:ext cx="274320" cy="384048"/>
          </a:xfrm>
          <a:prstGeom prst="rect">
            <a:avLst/>
          </a:prstGeom>
          <a:solidFill>
            <a:srgbClr val="2FC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1258" y="24688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$3.14B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963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5E5EA"/>
                </a:solidFill>
                <a:latin typeface="Calibri"/>
              </a:rPr>
              <a:t>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063239"/>
            <a:ext cx="524153" cy="38404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9953" y="31089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$6.2B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3639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5E5EA"/>
                </a:solidFill>
                <a:latin typeface="Calibri"/>
              </a:rPr>
              <a:t>2027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03320"/>
            <a:ext cx="1564005" cy="38404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9805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$18.5B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764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5E5EA"/>
                </a:solidFill>
                <a:latin typeface="Calibri"/>
              </a:rPr>
              <a:t>2030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343400"/>
            <a:ext cx="5120640" cy="3840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4389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$60.57B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165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5E5EA"/>
                </a:solidFill>
                <a:latin typeface="Calibri"/>
              </a:rPr>
              <a:t>2034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A3"/>
                </a:solidFill>
                <a:latin typeface="Calibri"/>
              </a:rPr>
              <a:t>★  North America leads  |  Asia Pacific grows fastest  |  CAGR: 39.12%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37"/>
                </a:solidFill>
                <a:latin typeface="Calibri"/>
              </a:rPr>
              <a:t>COMPETITOR INTELLIGENCE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737360"/>
            <a:ext cx="5303520" cy="36576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1783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Company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Revenue / Funding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148840"/>
            <a:ext cx="5303520" cy="71323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194560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Acloset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194560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5EA"/>
                </a:solidFill>
                <a:latin typeface="Calibri"/>
              </a:rPr>
              <a:t>AI Wardrobe + Outfit
Recommendation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194560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A3"/>
                </a:solidFill>
                <a:latin typeface="Calibri"/>
              </a:rPr>
              <a:t>Rev: ~$52.9M
Funding: $2.57M
Val: $1.1B+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898648"/>
            <a:ext cx="5303520" cy="7132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94436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Glance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944368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5EA"/>
                </a:solidFill>
                <a:latin typeface="Calibri"/>
              </a:rPr>
              <a:t>AI Lock-screen
Personalised Fashion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944368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A3"/>
                </a:solidFill>
                <a:latin typeface="Calibri"/>
              </a:rPr>
              <a:t>Rev: $97.6M
Loss: $105.9M (growth phase)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3648456"/>
            <a:ext cx="5303520" cy="71323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69417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YesPlz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3694176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5EA"/>
                </a:solidFill>
                <a:latin typeface="Calibri"/>
              </a:rPr>
              <a:t>AI Product
Search &amp;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3694176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A3"/>
                </a:solidFill>
                <a:latin typeface="Calibri"/>
              </a:rPr>
              <a:t>Rev: $1.2M (2024)
Funding: $1.51M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4398264"/>
            <a:ext cx="5303520" cy="7132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444398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lookfashion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443984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5EA"/>
                </a:solidFill>
                <a:latin typeface="Calibri"/>
              </a:rPr>
              <a:t>AI Fashion Design
&amp; Styling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4443984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A3"/>
                </a:solidFill>
                <a:latin typeface="Calibri"/>
              </a:rPr>
              <a:t>Rev: $330K
Val: ~$990K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5148072"/>
            <a:ext cx="5303520" cy="71323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5193792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newarc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5193792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5EA"/>
                </a:solidFill>
                <a:latin typeface="Calibri"/>
              </a:rPr>
              <a:t>Sketch/Text to
Fashion Design 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5193792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A3"/>
                </a:solidFill>
                <a:latin typeface="Calibri"/>
              </a:rPr>
              <a:t>Early stage
B2B SaaS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5897880"/>
            <a:ext cx="5303520" cy="5943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5943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A3"/>
                </a:solidFill>
                <a:latin typeface="Calibri"/>
              </a:rPr>
              <a:t>OUR EDGE: None of these solve the 'occasion-first' problem.
We are the ONLY app that maps outfits to real-life situations using contextual AI.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6492240"/>
            <a:ext cx="11960352" cy="36576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84A"/>
                </a:solidFill>
                <a:latin typeface="Calibri"/>
              </a:rPr>
              <a:t>Slide 2 of 4  |  AI Fashion Tech — Investor Deck  |  Confidential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577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2C2C2E"/>
                </a:solidFill>
                <a:latin typeface="Calibr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4572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AF37"/>
                </a:solidFill>
                <a:latin typeface="Calibri"/>
              </a:rPr>
              <a:t>CONFIDENTIAL  |  INVESTOR BRIEF  |  AI FASHION TECH  | 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Solution, Business Model &amp; Partnership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43000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37"/>
                </a:solidFill>
                <a:latin typeface="Calibri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E5E5EA"/>
                </a:solidFill>
                <a:latin typeface="Calibri"/>
              </a:rPr>
              <a:t>StyleSense AI</a:t>
            </a:r>
          </a:p>
          <a:p>
            <a:pPr>
              <a:lnSpc>
                <a:spcPct val="120000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E5E5EA"/>
                </a:solidFill>
                <a:latin typeface="Calibri"/>
              </a:rPr>
              <a:t>An intelligent personal stylist in your pocket.</a:t>
            </a:r>
          </a:p>
          <a:p>
            <a:pPr>
              <a:lnSpc>
                <a:spcPct val="120000"/>
              </a:lnSpc>
            </a:pPr>
            <a:r>
              <a:rPr sz="6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E5E5EA"/>
                </a:solidFill>
                <a:latin typeface="Calibri"/>
              </a:rPr>
              <a:t>  ✦  Tell the app your occasion:
     (Job interview / Wedding / Date / Gym
      → Coffee / Business travel…)</a:t>
            </a:r>
          </a:p>
          <a:p>
            <a:pPr>
              <a:lnSpc>
                <a:spcPct val="120000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E5E5EA"/>
                </a:solidFill>
                <a:latin typeface="Calibri"/>
              </a:rPr>
              <a:t>  ✦  AI scans your wardrobe (photo upload
     or manual), body type, and local weather.</a:t>
            </a:r>
          </a:p>
          <a:p>
            <a:pPr>
              <a:lnSpc>
                <a:spcPct val="120000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E5E5EA"/>
                </a:solidFill>
                <a:latin typeface="Calibri"/>
              </a:rPr>
              <a:t>  ✦  Delivers 3–5 complete outfit options
     ranked by style score + social context.</a:t>
            </a:r>
          </a:p>
          <a:p>
            <a:pPr>
              <a:lnSpc>
                <a:spcPct val="120000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E5E5EA"/>
                </a:solidFill>
                <a:latin typeface="Calibri"/>
              </a:rPr>
              <a:t>  ✦  Shopping layer: if something's missing,
     recommends affordable pieces to buy.</a:t>
            </a:r>
          </a:p>
          <a:p>
            <a:pPr>
              <a:lnSpc>
                <a:spcPct val="120000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E5E5EA"/>
                </a:solidFill>
                <a:latin typeface="Calibri"/>
              </a:rPr>
              <a:t>  ✦  Learn-as-you-go: AI improves with
     every swipe (like / dislike).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37"/>
                </a:solidFill>
                <a:latin typeface="Calibri"/>
              </a:rPr>
              <a:t>BUSINESS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719072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E5E5EA"/>
                </a:solidFill>
                <a:latin typeface="Calibri"/>
              </a:rPr>
              <a:t>Revenue Streams</a:t>
            </a:r>
          </a:p>
          <a:p>
            <a:pPr>
              <a:lnSpc>
                <a:spcPct val="120000"/>
              </a:lnSpc>
            </a:pPr>
            <a:r>
              <a:rPr sz="5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100" b="1">
                <a:solidFill>
                  <a:srgbClr val="E5E5EA"/>
                </a:solidFill>
                <a:latin typeface="Calibri"/>
              </a:rPr>
              <a:t>  1.  Freemium → Premium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       Free: 5 outfit recs/day
       Pro: ₹299/mo — Unlimited + AI styling coach</a:t>
            </a:r>
          </a:p>
          <a:p>
            <a:pPr>
              <a:lnSpc>
                <a:spcPct val="120000"/>
              </a:lnSpc>
            </a:pPr>
            <a:r>
              <a:rPr sz="5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100" b="1">
                <a:solidFill>
                  <a:srgbClr val="E5E5EA"/>
                </a:solidFill>
                <a:latin typeface="Calibri"/>
              </a:rPr>
              <a:t>  2.  Brand Affiliate Revenue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       Earn per click / per purchase from
       integrated fashion retail partners.</a:t>
            </a:r>
          </a:p>
          <a:p>
            <a:pPr>
              <a:lnSpc>
                <a:spcPct val="120000"/>
              </a:lnSpc>
            </a:pPr>
            <a:r>
              <a:rPr sz="5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100" b="1">
                <a:solidFill>
                  <a:srgbClr val="E5E5EA"/>
                </a:solidFill>
                <a:latin typeface="Calibri"/>
              </a:rPr>
              <a:t>  3.  B2B White-label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       License the engine to fashion
       retailers, stylists, and e-commerce.</a:t>
            </a:r>
          </a:p>
          <a:p>
            <a:pPr>
              <a:lnSpc>
                <a:spcPct val="120000"/>
              </a:lnSpc>
            </a:pPr>
            <a:r>
              <a:rPr sz="5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100" b="1">
                <a:solidFill>
                  <a:srgbClr val="E5E5EA"/>
                </a:solidFill>
                <a:latin typeface="Calibri"/>
              </a:rPr>
              <a:t>  4.  Data Insights (Anonymized)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       Trend reports sold to fashion
       brands and designers.</a:t>
            </a:r>
          </a:p>
          <a:p>
            <a:pPr>
              <a:lnSpc>
                <a:spcPct val="120000"/>
              </a:lnSpc>
            </a:pPr>
            <a:r>
              <a:rPr sz="5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E5E5EA"/>
                </a:solidFill>
                <a:latin typeface="Calibri"/>
              </a:rPr>
              <a:t>Unit Economics (Year 1 Target)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  50K users  ✦  5% conversion to Pro
  = ₹74.75L ARR ($90K USD) 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261872"/>
            <a:ext cx="3931920" cy="489204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353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37"/>
                </a:solidFill>
                <a:latin typeface="Calibri"/>
              </a:rPr>
              <a:t>THE PARTNERSHIP PROPOSAL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755648"/>
            <a:ext cx="36576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874519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E5E5EA"/>
                </a:solidFill>
                <a:latin typeface="Calibri"/>
              </a:rPr>
              <a:t>Why Not Freelance?</a:t>
            </a:r>
          </a:p>
          <a:p>
            <a:pPr>
              <a:lnSpc>
                <a:spcPct val="120000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A freelancer builds what you tell them.
A co-founder builds what you both dream.
This app needs long-term AI training,
product iteration, and technical leadership
— not a one-time delivery.</a:t>
            </a:r>
          </a:p>
          <a:p>
            <a:pPr>
              <a:lnSpc>
                <a:spcPct val="120000"/>
              </a:lnSpc>
            </a:pPr>
            <a:r>
              <a:rPr sz="6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E5E5EA"/>
                </a:solidFill>
                <a:latin typeface="Calibri"/>
              </a:rPr>
              <a:t>Proposed Structure</a:t>
            </a:r>
          </a:p>
          <a:p>
            <a:pPr>
              <a:lnSpc>
                <a:spcPct val="120000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  ▸  You (Investor):    ~67% equity
     Vision, capital, network, business ops</a:t>
            </a:r>
          </a:p>
          <a:p>
            <a:pPr>
              <a:lnSpc>
                <a:spcPct val="120000"/>
              </a:lnSpc>
            </a:pPr>
            <a:r>
              <a:rPr sz="3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  ▸  Me (Tech Co-founder):  ~33% equity
     Full-stack AI/app development, product
     roadmap, IP creation, technical hiring</a:t>
            </a:r>
          </a:p>
          <a:p>
            <a:pPr>
              <a:lnSpc>
                <a:spcPct val="120000"/>
              </a:lnSpc>
            </a:pPr>
            <a:r>
              <a:rPr sz="6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E5E5EA"/>
                </a:solidFill>
                <a:latin typeface="Calibri"/>
              </a:rPr>
              <a:t>What You Gain</a:t>
            </a:r>
          </a:p>
          <a:p>
            <a:pPr>
              <a:lnSpc>
                <a:spcPct val="120000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  ✦  Reduced cash burn (lower upfront fee)
  ✦  A fully committed technical partner
  ✦  Shared risk → shared success
  ✦  Faster iteration, no outsourcing delays
  ✦  IP stays in-house</a:t>
            </a:r>
          </a:p>
          <a:p>
            <a:pPr>
              <a:lnSpc>
                <a:spcPct val="120000"/>
              </a:lnSpc>
            </a:pPr>
            <a:r>
              <a:rPr sz="6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E5E5EA"/>
                </a:solidFill>
                <a:latin typeface="Calibri"/>
              </a:rPr>
              <a:t>Industry benchmark: Technical co-founders
in AI startups typically hold 20–40% equity.
1/3 is the fair, sustainable middle ground.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6492240"/>
            <a:ext cx="11960352" cy="36576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84A"/>
                </a:solidFill>
                <a:latin typeface="Calibri"/>
              </a:rPr>
              <a:t>Slide 3 of 4  |  AI Fashion Tech — Investor Deck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5577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2C2C2E"/>
                </a:solidFill>
                <a:latin typeface="Calibri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4572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AF37"/>
                </a:solidFill>
                <a:latin typeface="Calibri"/>
              </a:rPr>
              <a:t>CONFIDENTIAL  |  INVESTOR BRIEF  |  AI FASHION TECH  | 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Continuous Technical Upgradation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43000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E6A3"/>
                </a:solidFill>
                <a:latin typeface="Calibri"/>
              </a:rPr>
              <a:t>Why this matters: AI fashion is not a build-once product. It requires living, evolving intelligence to stay relevant, accurate, and ahead of competitors.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2377440" cy="347472"/>
          </a:xfrm>
          <a:prstGeom prst="rect">
            <a:avLst/>
          </a:prstGeom>
          <a:solidFill>
            <a:srgbClr val="2FC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" y="17190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Phase 1: Foundation  (Months 1–6)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691640"/>
            <a:ext cx="2377440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17190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A0A0A"/>
                </a:solidFill>
                <a:latin typeface="Calibri"/>
              </a:rPr>
              <a:t>Phase 2: Intelligence Layer  (Months 7–12)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691640"/>
            <a:ext cx="23774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8" y="17190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Phase 3: Scale &amp; Monetise  (Year 2+)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95560" y="1691640"/>
            <a:ext cx="169164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59568" y="17190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Always On: Continuous Ops &amp; Innovation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03120"/>
            <a:ext cx="3200400" cy="406908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17627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C0B4"/>
                </a:solidFill>
                <a:latin typeface="Calibri"/>
              </a:rPr>
              <a:t>CORE ENGINE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542032"/>
            <a:ext cx="29809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Computer Vision wardrobe scanner</a:t>
            </a:r>
          </a:p>
          <a:p>
            <a:pPr>
              <a:lnSpc>
                <a:spcPct val="114999"/>
              </a:lnSpc>
            </a:pPr>
            <a:r>
              <a:rPr sz="900" b="0">
                <a:solidFill>
                  <a:srgbClr val="E5E5EA"/>
                </a:solidFill>
                <a:latin typeface="Calibri"/>
              </a:rPr>
              <a:t>— Photo-to-catalogue auto-tagging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Occasion taxonomy engine</a:t>
            </a:r>
          </a:p>
          <a:p>
            <a:pPr>
              <a:lnSpc>
                <a:spcPct val="114999"/>
              </a:lnSpc>
            </a:pPr>
            <a:r>
              <a:rPr sz="900" b="0">
                <a:solidFill>
                  <a:srgbClr val="E5E5EA"/>
                </a:solidFill>
                <a:latin typeface="Calibri"/>
              </a:rPr>
              <a:t>— 100+ occasion types mapped to
   dress codes &amp; style rules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Weather + calendar API integration</a:t>
            </a:r>
          </a:p>
          <a:p>
            <a:pPr>
              <a:lnSpc>
                <a:spcPct val="114999"/>
              </a:lnSpc>
            </a:pPr>
            <a:r>
              <a:rPr sz="900" b="0">
                <a:solidFill>
                  <a:srgbClr val="E5E5EA"/>
                </a:solidFill>
                <a:latin typeface="Calibri"/>
              </a:rPr>
              <a:t>— Real-time contextual awareness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Rule-based + collaborative filtering
recommendation engine (v1)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User onboarding: body type, skin tone,
style preference quiz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iOS + Android native app (React Native)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2103120"/>
            <a:ext cx="3200400" cy="406908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78808" y="217627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DEEP PERSONALISATION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8" y="2542032"/>
            <a:ext cx="29809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Deep learning personalisation engine</a:t>
            </a:r>
          </a:p>
          <a:p>
            <a:pPr>
              <a:lnSpc>
                <a:spcPct val="114999"/>
              </a:lnSpc>
            </a:pPr>
            <a:r>
              <a:rPr sz="900" b="0">
                <a:solidFill>
                  <a:srgbClr val="E5E5EA"/>
                </a:solidFill>
                <a:latin typeface="Calibri"/>
              </a:rPr>
              <a:t>— Learns from every swipe &amp; outfit rating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Style transfer + Virtual try-on (v1)</a:t>
            </a:r>
          </a:p>
          <a:p>
            <a:pPr>
              <a:lnSpc>
                <a:spcPct val="114999"/>
              </a:lnSpc>
            </a:pPr>
            <a:r>
              <a:rPr sz="900" b="0">
                <a:solidFill>
                  <a:srgbClr val="E5E5EA"/>
                </a:solidFill>
                <a:latin typeface="Calibri"/>
              </a:rPr>
              <a:t>— See outfit on your body type (ARKit)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Live fashion trend ingestion</a:t>
            </a:r>
          </a:p>
          <a:p>
            <a:pPr>
              <a:lnSpc>
                <a:spcPct val="114999"/>
              </a:lnSpc>
            </a:pPr>
            <a:r>
              <a:rPr sz="900" b="0">
                <a:solidFill>
                  <a:srgbClr val="E5E5EA"/>
                </a:solidFill>
                <a:latin typeface="Calibri"/>
              </a:rPr>
              <a:t>— Scrapes Instagram, Pinterest, Runway
   feeds weekly to retrain style models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Generative AI outfit builder</a:t>
            </a:r>
          </a:p>
          <a:p>
            <a:pPr>
              <a:lnSpc>
                <a:spcPct val="114999"/>
              </a:lnSpc>
            </a:pPr>
            <a:r>
              <a:rPr sz="900" b="0">
                <a:solidFill>
                  <a:srgbClr val="E5E5EA"/>
                </a:solidFill>
                <a:latin typeface="Calibri"/>
              </a:rPr>
              <a:t>— Mix-and-match new looks from wardrobe
   using diffusion model fine-tuning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Body shape + colour palette AI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103120"/>
            <a:ext cx="3200400" cy="406908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217627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  <a:latin typeface="Calibri"/>
              </a:rPr>
              <a:t>SCALE &amp;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2542032"/>
            <a:ext cx="29809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Full AR Virtual Try-On (v2)</a:t>
            </a:r>
          </a:p>
          <a:p>
            <a:pPr>
              <a:lnSpc>
                <a:spcPct val="114999"/>
              </a:lnSpc>
            </a:pPr>
            <a:r>
              <a:rPr sz="900" b="0">
                <a:solidFill>
                  <a:srgbClr val="E5E5EA"/>
                </a:solidFill>
                <a:latin typeface="Calibri"/>
              </a:rPr>
              <a:t>— Photo-realistic clothing simulation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Retailer API integrations</a:t>
            </a:r>
          </a:p>
          <a:p>
            <a:pPr>
              <a:lnSpc>
                <a:spcPct val="114999"/>
              </a:lnSpc>
            </a:pPr>
            <a:r>
              <a:rPr sz="900" b="0">
                <a:solidFill>
                  <a:srgbClr val="E5E5EA"/>
                </a:solidFill>
                <a:latin typeface="Calibri"/>
              </a:rPr>
              <a:t>— Myntra, Ajio, Zara, H&amp;M, Amazon
   Fashion — live inventory sync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Multi-language + regional fashion AI</a:t>
            </a:r>
          </a:p>
          <a:p>
            <a:pPr>
              <a:lnSpc>
                <a:spcPct val="114999"/>
              </a:lnSpc>
            </a:pPr>
            <a:r>
              <a:rPr sz="900" b="0">
                <a:solidFill>
                  <a:srgbClr val="E5E5EA"/>
                </a:solidFill>
                <a:latin typeface="Calibri"/>
              </a:rPr>
              <a:t>— Adapts to local culture, festivals,
   regional dress codes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B2B API offering</a:t>
            </a:r>
          </a:p>
          <a:p>
            <a:pPr>
              <a:lnSpc>
                <a:spcPct val="114999"/>
              </a:lnSpc>
            </a:pPr>
            <a:r>
              <a:rPr sz="900" b="0">
                <a:solidFill>
                  <a:srgbClr val="E5E5EA"/>
                </a:solidFill>
                <a:latin typeface="Calibri"/>
              </a:rPr>
              <a:t>— White-label the occasion engine
   for fashion retail partners</a:t>
            </a:r>
          </a:p>
          <a:p>
            <a:pPr>
              <a:lnSpc>
                <a:spcPct val="114999"/>
              </a:lnSpc>
            </a:pPr>
            <a:r>
              <a:rPr sz="400" b="0">
                <a:solidFill>
                  <a:srgbClr val="E5E5EA"/>
                </a:solidFill>
                <a:latin typeface="Calibri"/>
              </a:rPr>
              <a:t/>
            </a:r>
          </a:p>
          <a:p>
            <a:pPr>
              <a:lnSpc>
                <a:spcPct val="114999"/>
              </a:lnSpc>
            </a:pPr>
            <a:r>
              <a:rPr sz="1000" b="0">
                <a:solidFill>
                  <a:srgbClr val="E5E5EA"/>
                </a:solidFill>
                <a:latin typeface="Calibri"/>
              </a:rPr>
              <a:t>Social sharing + community styling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236208"/>
            <a:ext cx="11430000" cy="22860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2453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AAAA"/>
                </a:solidFill>
                <a:latin typeface="Calibri"/>
              </a:rPr>
              <a:t>ALWAYS ON:   Quarterly model retraining  ✦  A/B testing algorithms  ✦  Seasonal catalogue refresh  ✦  Security &amp; PDP compliance  ✦  &lt;200ms latency optimisation  ✦  User feedback → model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6492240"/>
            <a:ext cx="11960352" cy="36576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8484A"/>
                </a:solidFill>
                <a:latin typeface="Calibri"/>
              </a:rPr>
              <a:t>Slide 4 of 4  |  AI Fashion Tech — Investor Deck  |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577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2C2C2E"/>
                </a:solidFill>
                <a:latin typeface="Calibri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